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01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 Problems. Disconnected Solutions.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Grassroots civic crises remain unresolved due to systemic ecosystem fragmentation.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🧑 CITIZEN</a:t>
            </a:r>
          </a:p>
          <a:p>
            <a:pPr>
              <a:defRPr sz="1050" b="1">
                <a:solidFill>
                  <a:srgbClr val="EF4444"/>
                </a:solidFill>
              </a:defRPr>
            </a:pPr>
            <a:r>
              <a:t>❌ Isolated Grievances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No transparent tracking, zero feedback loops, lost in municipal bureaucracy.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🏛️ GOVERNMENT</a:t>
            </a:r>
          </a:p>
          <a:p>
            <a:pPr>
              <a:defRPr sz="1050" b="1">
                <a:solidFill>
                  <a:srgbClr val="EF4444"/>
                </a:solidFill>
              </a:defRPr>
            </a:pPr>
            <a:r>
              <a:t>❌ Administrative Silos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Overwhelmed ward officers, procurement delays, manual complaint backlogs.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🎓 UNIVERSITIES</a:t>
            </a:r>
          </a:p>
          <a:p>
            <a:pPr>
              <a:defRPr sz="1050" b="1">
                <a:solidFill>
                  <a:srgbClr val="EF4444"/>
                </a:solidFill>
              </a:defRPr>
            </a:pPr>
            <a:r>
              <a:t>❌ Shelved Capstones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3M+ student engineering projects end in archives without real civic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🏭 INDUSTRY</a:t>
            </a:r>
          </a:p>
          <a:p>
            <a:pPr>
              <a:defRPr sz="1050" b="1">
                <a:solidFill>
                  <a:srgbClr val="EF4444"/>
                </a:solidFill>
              </a:defRPr>
            </a:pPr>
            <a:r>
              <a:t>❌ Untracked CSR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Corporate grants disbursed into isolated programs with zero live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72865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⚠️ THE BROKEN STATUS QUO PIPELINE (HIGH FRICTION &amp; ZERO DEPLOYMENT)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14800"/>
            <a:ext cx="146304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🧑 CITIZEN</a:t>
            </a:r>
            <a:br/>
            <a:r>
              <a:t>Problem Reported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42032" y="4389120"/>
            <a:ext cx="219456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4114800"/>
            <a:ext cx="14630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CA5A5"/>
                </a:solidFill>
              </a:defRPr>
            </a:pPr>
            <a:r>
              <a:t>❌ Scattered Data</a:t>
            </a:r>
            <a:br/>
            <a:r>
              <a:t>Unstructured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70832" y="4389120"/>
            <a:ext cx="219456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4114800"/>
            <a:ext cx="14630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CA5A5"/>
                </a:solidFill>
              </a:defRPr>
            </a:pPr>
            <a:r>
              <a:t>❌ Manual Triage</a:t>
            </a:r>
            <a:br/>
            <a:r>
              <a:t>Bottleneck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99632" y="4389120"/>
            <a:ext cx="219456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14630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CA5A5"/>
                </a:solidFill>
              </a:defRPr>
            </a:pPr>
            <a:r>
              <a:t>❌ No Right Team</a:t>
            </a:r>
            <a:br/>
            <a:r>
              <a:t>Skill Mismatch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28432" y="4389120"/>
            <a:ext cx="219456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4114800"/>
            <a:ext cx="14630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CA5A5"/>
                </a:solidFill>
              </a:defRPr>
            </a:pPr>
            <a:r>
              <a:t>❌ Limited Collab</a:t>
            </a:r>
            <a:br/>
            <a:r>
              <a:t>No R&amp;D Mesh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57232" y="4389120"/>
            <a:ext cx="219456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9840" y="4114800"/>
            <a:ext cx="146304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CA5A5"/>
                </a:solidFill>
              </a:defRPr>
            </a:pPr>
            <a:r>
              <a:t>❌ Low Deployment</a:t>
            </a:r>
            <a:br/>
            <a:r>
              <a:t>Zero 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“Great ideas exist. What is missing is a connected path from problem → solution → deployment.”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02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One Platform. One Connected Innovation Ecosystem.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Unifying Citizens, Municipalities, Universities, and Industry into an AI-orchestrated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91640"/>
            <a:ext cx="3566160" cy="22860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⚡ CIVICSOLVE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AI-POWERED ORCHESTRATION CORE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• Neural Triage &amp; Severity 0-100</a:t>
            </a:r>
            <a:br/>
            <a:r>
              <a:t>• Ward Commissioner Triage Queue</a:t>
            </a:r>
            <a:br/>
            <a:r>
              <a:t>• Autonomous Lab Matching Engine</a:t>
            </a:r>
            <a:br/>
            <a:r>
              <a:t>• Corporate CSR &amp; Cloud Grants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114800"/>
            <a:ext cx="356616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🧑 CITIZENS → Submit Problems</a:t>
            </a:r>
            <a:br/>
            <a:r>
              <a:t>Geotagged reports + EXIF evidence + Community Endorsements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🎓 UNIVERSITIES → Build Teams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👥 Student Squads + Faculty PIs</a:t>
            </a:r>
            <a:br/>
            <a:r>
              <a:t>Match domain skillsets to convert academic capstones into accredited, funded civic prototypes.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2918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🏛️ GOVERNMENT → Validate &amp; Prioritize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📜 1-Click Ward Sanction</a:t>
            </a:r>
            <a:br/>
            <a:r>
              <a:t>Municipal commissioners review prioritized challenges, grant testbed access, and audit public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⚡ MAIN PLATFORM LIFELINE: PROBLEM → AI → VALIDATION → MATCHING → COLLAB → PROTOTYPE → DEPLOYMENT →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01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21992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02 AI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03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37176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04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05 Collab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06 Prototype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59952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07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67544" y="5623560"/>
            <a:ext cx="1143000" cy="59436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08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03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From a Citizen Complaint to an Actionable Challenge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Gemini NLP transforms messy citizen grievances into high-precision, actionable engineering dossiers.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📱 CITIZEN INTAKE FORM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Raw Citizen Text:</a:t>
            </a:r>
            <a:br/>
            <a:r>
              <a:t>“Water supply is irregular in my locality and community handpumps show dangerous white mineral deposits.”</a:t>
            </a:r>
            <a:br/>
            <a:br/>
            <a:r>
              <a:t>• GPS Lock: Chainpur, Palamu (24.03°N, 84.07°E)</a:t>
            </a:r>
            <a:br/>
            <a:r>
              <a:t>• Timestamp: 10 Sep 2026</a:t>
            </a:r>
            <a:br/>
            <a:r>
              <a:t>• Evidence: 📷 well_pump.jpg (3.1 MB)</a:t>
            </a:r>
            <a:br/>
            <a:br/>
            <a:r>
              <a:t>[ 📤 Submit to CivicSolve AI Engine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3931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⚡ CIVICSOLVE AI ENGINE</a:t>
            </a:r>
          </a:p>
          <a:p>
            <a:pPr algn="ctr">
              <a:defRPr sz="850" b="1">
                <a:solidFill>
                  <a:srgbClr val="FFFFFF"/>
                </a:solidFill>
              </a:defRPr>
            </a:pPr>
            <a:r>
              <a:t>GEMINI 2.5 FLASH NEURAL TRIAGE</a:t>
            </a:r>
            <a:br/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🧠 NLP Analysis → Intent &amp; Entity Extraction</a:t>
            </a:r>
            <a:br/>
            <a:r>
              <a:t>🏷️ Categorization → Potable Water &amp; Infrastructure</a:t>
            </a:r>
            <a:br/>
            <a:r>
              <a:t>📍 Location Analysis → Palamu Ward #5 Bounds</a:t>
            </a:r>
            <a:br/>
            <a:r>
              <a:t>⚠️ Severity Score → 91 / 100 (Critical P1)</a:t>
            </a:r>
            <a:br/>
            <a:r>
              <a:t>🔍 Duplicate Detection → 12 Reports Clustered</a:t>
            </a:r>
            <a:br/>
            <a:r>
              <a:t>📊 Impact Analysis → 3,200+ Rural Inhabitants</a:t>
            </a:r>
            <a:br/>
            <a:r>
              <a:t>🤝 Team Recommendation → NIT Jamshedpur 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37360"/>
            <a:ext cx="3291840" cy="3931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AI DOSSIER #JH-7102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Problem: Water Fluoride Contamination</a:t>
            </a:r>
            <a:br/>
            <a:r>
              <a:t>Category: Infrastructure / Water Quality</a:t>
            </a:r>
            <a:br/>
            <a:r>
              <a:t>Location: Chainpur, Palamu (Jharkhand)</a:t>
            </a:r>
            <a:br/>
            <a:r>
              <a:t>Priority: P1 — High Urgency (Red Triage)</a:t>
            </a:r>
            <a:br/>
            <a:r>
              <a:t>Impact: 3,200+ Community Members</a:t>
            </a:r>
            <a:br/>
            <a:r>
              <a:t>Similar Reports: 12 Merged Cases</a:t>
            </a:r>
            <a:br/>
            <a:r>
              <a:t>Suggested Domain: Civil / Environmental Eng</a:t>
            </a:r>
            <a:br/>
            <a:br/>
            <a:r>
              <a:t>🏛️ Govt Sanction Queue → 🎓 University Match</a:t>
            </a:r>
            <a:br/>
            <a:r>
              <a:t>Assigned Lab: NIT Jamshedpur Water Tech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0F172A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RAW COMPLAINT  ➔  AI INTELLIGENCE  ➔  ACTIONABLE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04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See Problems Where They Actually Exist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Authentic Jharkhand state GIS layer embedded seamlessly inside the CivicSolve home-page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🛡️ CivicSolve Jharkhand Portal | Filters: All 24 Districts  •  💧 Water  •  ⚠️ P1 Critical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6035040" cy="36118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🗺️ JHARKHAND STATE ONLY (24 DISTRICT BOUNDARIES)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• [💧 WATER - P1] Chainpur, Palamu (ACTIVE SELECTED MARKER)</a:t>
            </a:r>
            <a:br/>
            <a:r>
              <a:t>• [♻️ SANITATION - P1] Morabadi, Ranchi (Solid Waste Accumulation)</a:t>
            </a:r>
            <a:br/>
            <a:r>
              <a:t>• [🛣️ ROAD - P2] Bank More, Dhanbad (Culvert Collapse)</a:t>
            </a:r>
            <a:br/>
            <a:r>
              <a:t>• [🏥 HEALTH - P1] Sadar, Hazaribagh (PHC Cold Storage Failure)</a:t>
            </a:r>
            <a:br/>
            <a:r>
              <a:t>• [🎓 EDUCATION - P2] Bistupur, East Singhbhum (Lab Connectivity)</a:t>
            </a:r>
            <a:br/>
            <a:br/>
            <a:r>
              <a:t>📍 Exact geospatial coordinates locked with district bounding box.</a:t>
            </a:r>
            <a:br/>
            <a:r>
              <a:t>No full India map — strictly Jharkhand localized civic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48840"/>
            <a:ext cx="3931920" cy="36118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SELECTED POPUP: #JH-7102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Problem: Water Supply &amp; Fluoride Contamination</a:t>
            </a:r>
            <a:br/>
            <a:r>
              <a:t>📍 Location: Chainpur Block, Palamu, Jharkhand</a:t>
            </a:r>
            <a:br/>
            <a:r>
              <a:t>🖼️ Evidence: Verified Field Image (EXIF Validated)</a:t>
            </a:r>
            <a:br/>
            <a:r>
              <a:t>⚠️ Priority: P1 Critical (Red Alert)</a:t>
            </a:r>
            <a:br/>
            <a:r>
              <a:t>📊 Impact: 3,200+ Rural Residents</a:t>
            </a:r>
            <a:br/>
            <a:r>
              <a:t>🏛️ Govt Status: GOVT_VALIDATED (Sanctioned)</a:t>
            </a:r>
            <a:br/>
            <a:r>
              <a:t>👥 Assigned Team: NIT Jamshedpur Water Tech Lab</a:t>
            </a:r>
            <a:br/>
            <a:br/>
            <a:r>
              <a:t>Pipeline Arrow:</a:t>
            </a:r>
            <a:br/>
            <a:r>
              <a:t>Map Marker ➔ Problem Details ➔ Evidence Photo ➔ Solution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80760"/>
            <a:ext cx="10728655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Location (Palamu)  ➔  Problem (Fluoride)  ➔  Evidence (EXIF Photo)  ➔  Validation (Ward Sanction)  ➔  Solution (NIT JSR)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05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From Problem to Deployment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 rigorous 8-stage innovation lifecycle backed by an enterprise-grade modern tech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2743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⚡ THE CIVICSOLVE 8-STAGE VALUE CREATION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01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🧑 Citizen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Submit Problem</a:t>
            </a:r>
            <a:br/>
            <a:r>
              <a:t>Geotagged + Photo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9424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02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🤖 AI Engine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Analyze &amp; Classify</a:t>
            </a:r>
            <a:br/>
            <a:r>
              <a:t>Severity 0-100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03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🏛️ Government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Validate &amp; Prioritize</a:t>
            </a:r>
            <a:br/>
            <a:r>
              <a:t>Ward Sanction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9472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04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🎓 University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Find Relevant Domain</a:t>
            </a:r>
            <a:br/>
            <a:r>
              <a:t>Skillset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05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👥 Student+Faculty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Build Solution Team</a:t>
            </a:r>
            <a:br/>
            <a:r>
              <a:t>Capstone Squad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06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🏭 Industry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Mentor &amp; Fund</a:t>
            </a:r>
            <a:br/>
            <a:r>
              <a:t>CSR Hardware 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STAGE 07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💡 Prototype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Build &amp; Test</a:t>
            </a:r>
            <a:br/>
            <a:r>
              <a:t>Field IoT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59568" y="2194560"/>
            <a:ext cx="118872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STAGE 08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🚀 Deployment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Implement &amp; Measure</a:t>
            </a:r>
            <a:br/>
            <a:r>
              <a:t>Public Social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728655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F0FF"/>
                </a:solidFill>
              </a:defRPr>
            </a:pPr>
            <a:r>
              <a:t>🛠️ TECHNOLOGY ARCHITECTURE STRIP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Frontend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React 18 + Vite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Tailwind CSS • Responsive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Backend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APIs + Auth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Node.js • Express • Firebase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Database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Supabase / PG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Relational Schema • Audit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AI Engine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Gemini 2.5 NLP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Severity Score • Deduplication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GIS &amp; Maps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Leaflet + GeoJSON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Jharkhand District Vector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5029200"/>
            <a:ext cx="1627632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Storage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Evidence Vault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Geotagged Photo Hashes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0FF"/>
                </a:solidFill>
              </a:defRPr>
            </a:pPr>
            <a:r>
              <a:t>SLIDE 06 • CIVICSOLVE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CivicSolve | SIH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Turning Community Problems Into Real-World Impact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Bridging grassroots pain points with deployable innovation for a self-reliant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9184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🧑🤝🧑 REAL COMMUNITY PROBLEM</a:t>
            </a:r>
          </a:p>
          <a:p>
            <a:pPr>
              <a:defRPr sz="950">
                <a:solidFill>
                  <a:srgbClr val="FCA5A5"/>
                </a:solidFill>
              </a:defRPr>
            </a:pPr>
            <a:r>
              <a:t>❌ Unstructured  •  ❌ Unvalidated</a:t>
            </a:r>
            <a:br/>
            <a:r>
              <a:t>❌ Disconnected  •  ❌ Difficult to 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566160" cy="14630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⚡ CIVICSOLVE AI PLATFORM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THE INNOVATION CATALYST</a:t>
            </a:r>
            <a:br/>
            <a:r>
              <a:t>Quad-Helix Match &amp; Telemetry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91640"/>
            <a:ext cx="329184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🎯 MEASURABLE IMPACT</a:t>
            </a:r>
          </a:p>
          <a:p>
            <a:pPr>
              <a:defRPr sz="950">
                <a:solidFill>
                  <a:srgbClr val="A7F3D0"/>
                </a:solidFill>
              </a:defRPr>
            </a:pPr>
            <a:r>
              <a:t>🎓 Student Team + 🏛️ Govt + 🏭 Industry</a:t>
            </a:r>
            <a:br/>
            <a:r>
              <a:t>💡 Verified Prototype ➔ 🚀 Field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FASTER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Problem Identification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AI NLP parses and geotags complaints in seconds, slashing manual triage by over 85%.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3375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SMARTER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Problem Prioritization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Severity scoring (0-100) and deduplication eliminate backlogs and prioritize water/health crises.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375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STRONGER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Stakeholder Collaboration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Turns dormant student capstones into accredited municipal solutions with CSR funding.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33756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REAL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Deployment &amp; Impact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Tangible field-deployed IoT hardware, water filtration units, and telemetry social audits.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865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PROBLEM  ➔  AI  ➔  COLLABORATION  ➔  INNOVATION  ➔  DEPLOYMENT  ➔ 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“CivicSolve doesn’t just collect problems. It creates the pathway to solve them.”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